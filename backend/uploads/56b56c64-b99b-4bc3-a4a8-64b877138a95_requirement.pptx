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Celonis P2P Process Mining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Business Requirements Document (BRD)</a:t>
            </a:r>
          </a:p>
          <a:p>
            <a:r>
              <a:t>Presenter: [Your Name/Title]</a:t>
            </a:r>
          </a:p>
          <a:p>
            <a:r>
              <a:t>Date: June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Objectives &amp;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Drive touchless invoice processing</a:t>
            </a:r>
          </a:p>
          <a:p>
            <a:r>
              <a:t>• Maximize working capital</a:t>
            </a:r>
          </a:p>
          <a:p>
            <a:r>
              <a:t>• Eliminate duplicate payments</a:t>
            </a:r>
          </a:p>
          <a:p>
            <a:r>
              <a:t>• Reduce cycle times</a:t>
            </a:r>
          </a:p>
          <a:p>
            <a:r>
              <a:t>• ERP Scope: SAP S/4HANA / Oracle Cloud</a:t>
            </a:r>
          </a:p>
          <a:p>
            <a:r>
              <a:t>• Company Codes, Plants, Regions</a:t>
            </a:r>
          </a:p>
          <a:p>
            <a:r>
              <a:t>• 12–24 months historical data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Current Challenges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Manual invoice processing</a:t>
            </a:r>
          </a:p>
          <a:p>
            <a:r>
              <a:t>• Invoice blocks and delays</a:t>
            </a:r>
          </a:p>
          <a:p>
            <a:r>
              <a:t>• Duplicate payments</a:t>
            </a:r>
          </a:p>
          <a:p>
            <a:r>
              <a:t>• Maverick buying</a:t>
            </a:r>
          </a:p>
          <a:p>
            <a:r>
              <a:t>• Limited process visibility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Event Log 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Case ID: EBELN + EBELP</a:t>
            </a:r>
          </a:p>
          <a:p>
            <a:r>
              <a:t>• Activity Name</a:t>
            </a:r>
          </a:p>
          <a:p>
            <a:r>
              <a:t>• Timestamp</a:t>
            </a:r>
          </a:p>
          <a:p>
            <a:r>
              <a:t>• Sorting Attribute</a:t>
            </a:r>
          </a:p>
          <a:p>
            <a:r>
              <a:t>• User Information</a:t>
            </a:r>
          </a:p>
          <a:p>
            <a:r>
              <a:t>• Vendor, Material Group, Plant, Value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Standard P2P Process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 Creation → Approval → PO Creation → PO Approval → PO Dispatch → Goods Receipt → Invoice Receipt → Invoice Validation → Payment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Process Activities to 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Purchasing, Logistics, Accounts Payable, Treasury, Rework Activities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Rework Activities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Change Price</a:t>
            </a:r>
          </a:p>
          <a:p>
            <a:r>
              <a:t>• Change Quantity</a:t>
            </a:r>
          </a:p>
          <a:p>
            <a:r>
              <a:t>• Change Delivery Date</a:t>
            </a:r>
          </a:p>
          <a:p>
            <a:r>
              <a:t>• Change Vendor</a:t>
            </a:r>
          </a:p>
          <a:p>
            <a:r>
              <a:t>• Invoice Reversal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KPIs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Touchless Invoice %</a:t>
            </a:r>
          </a:p>
          <a:p>
            <a:r>
              <a:t>• No-Touch PO %</a:t>
            </a:r>
          </a:p>
          <a:p>
            <a:r>
              <a:t>• PR-to-PO Cycle Time</a:t>
            </a:r>
          </a:p>
          <a:p>
            <a:r>
              <a:t>• PO-to-GR Cycle Time</a:t>
            </a:r>
          </a:p>
          <a:p>
            <a:r>
              <a:t>• Invoice-to-Payment Cycle Time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Compliance KPIs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First Time Right %</a:t>
            </a:r>
          </a:p>
          <a:p>
            <a:r>
              <a:t>• 3-Way Match Compliance %</a:t>
            </a:r>
          </a:p>
          <a:p>
            <a:r>
              <a:t>• Invoice Block Rate</a:t>
            </a:r>
          </a:p>
          <a:p>
            <a:r>
              <a:t>• Contract Compliance %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Financial KPIs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DPO</a:t>
            </a:r>
          </a:p>
          <a:p>
            <a:r>
              <a:t>• Early Payment Discount Capture</a:t>
            </a:r>
          </a:p>
          <a:p>
            <a:r>
              <a:t>• Spend Analysis</a:t>
            </a:r>
          </a:p>
          <a:p>
            <a:r>
              <a:t>• Working Capital Metrics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SAP Data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EKKO, EKPO, EKBE, EBAN, LFA1, LFB1, RBKP, RSEG, BKPF, BSEG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Change Log 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CDHDR and CDPOS tracking for changes and historical rework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Pipeline &amp; Transformation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Delta Loads, Data Cleansing, Harmonization, KPI Calculation, Near Real-Time Refresh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Dashboard 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Spend Overview, Compliance Scorecard, Automation KPIs, Savings Opportunities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Procurement Dashboard 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PO Backlog, Approval Delays, Vendor Performance, Maverick Buying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Accounts Payable Dashboard 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Blocked Invoices, Duplicate Risks, Aging Analysis, Discount Opportunities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Celonis Action Flows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Duplicate Prevention, Invoice Resolution, Vendor Term Validation, Maverick Buying Alerts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Security &amp; Governance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RBAC, SSO, Audit Logs, Data Encryption, Ownership Model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Success Criteria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80%+ Touchless Processing, 20% Cycle Time Reduction, 95% FTR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Implementation 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Discovery → Integration → Data Model → KPI Validation → Dashboards → UAT → Go-Live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