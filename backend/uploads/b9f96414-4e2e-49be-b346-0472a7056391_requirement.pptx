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Accounts Payable Process Mining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Requirements Document (BRD)</a:t>
            </a:r>
          </a:p>
          <a:p>
            <a:r>
              <a:t>Prepared By: Hemant Tanwar</a:t>
            </a:r>
          </a:p>
          <a:p>
            <a: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 Process Mining to improve AP visibility, automation, compliance, and efficiency.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invoice processing</a:t>
            </a:r>
          </a:p>
          <a:p>
            <a:r>
              <a:t>• Approval bottlenecks</a:t>
            </a:r>
          </a:p>
          <a:p>
            <a:r>
              <a:t>• Duplicate payments</a:t>
            </a:r>
          </a:p>
          <a:p>
            <a:r>
              <a:t>• Missed discounts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Scope: PO/Non-PO Invoices, Approval Workflow, Payments</a:t>
            </a:r>
          </a:p>
          <a:p>
            <a:r>
              <a:t>Out of Scope: AR, Treasury, Contract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 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Invoice Receipt → Validation → PO Matching → Exception Handling → Approval → Posting → Payment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 touchless processing, reduce cycle time, improve compliance and working capital.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causes delays? Which invoices need manual intervention? Where are discounts missed?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Mining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Touchless Processing, Cycle Time Analysis, Duplicate Payments, Approval Bottlenecks.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RBKP, RSEG, BKPF, BSEG, LFA1, LFB1, EKKO, EKPO, EKBE, MKPF, MSEG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Event Log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Invoice Received, Posted, Blocked, Approved, Paid timestamps.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Touchless Rate, Cycle Time, Block Rate, Rework Rate, On-Time Payment Rate.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Invoice Volume, Touchless %, Cycle Time, Compliance Metrics.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Variant Analysis, Bottlenecks, Throughput Analysis, Exception Analytics.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Compliance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SoD Violations, Approval Violations, Duplicate Payments.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 Manager, AP Clerk, Procurement actions and escalations.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Faster processing, reduced costs, improved compliance, better cash flow.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Success Criteria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20% Touchless Improvement, 30% Cycle Time Reduction, 95% On-Time Payments.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Predictions, GenAI AP Assistant, Automated Root Cause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